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Sample Availability vs. Requirement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Available Now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ICU Beds</c:v>
                  </c:pt>
                  <c:pt idx="1">
                    <c:v>General Beds</c:v>
                  </c:pt>
                  <c:pt idx="2">
                    <c:v>ER Beds</c:v>
                  </c:pt>
                  <c:pt idx="3">
                    <c:v>Doctors</c:v>
                  </c:pt>
                  <c:pt idx="4">
                    <c:v>Nurses</c:v>
                  </c:pt>
                  <c:pt idx="5">
                    <c:v>Ventilators</c:v>
                  </c:pt>
                  <c:pt idx="6">
                    <c:v>Oxygen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40</c:v>
                </c:pt>
                <c:pt idx="2">
                  <c:v>15</c:v>
                </c:pt>
                <c:pt idx="3">
                  <c:v>18</c:v>
                </c:pt>
                <c:pt idx="4">
                  <c:v>45</c:v>
                </c:pt>
                <c:pt idx="5">
                  <c:v>10</c:v>
                </c:pt>
                <c:pt idx="6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Required for New Admissions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ICU Beds</c:v>
                  </c:pt>
                  <c:pt idx="1">
                    <c:v>General Beds</c:v>
                  </c:pt>
                  <c:pt idx="2">
                    <c:v>ER Beds</c:v>
                  </c:pt>
                  <c:pt idx="3">
                    <c:v>Doctors</c:v>
                  </c:pt>
                  <c:pt idx="4">
                    <c:v>Nurses</c:v>
                  </c:pt>
                  <c:pt idx="5">
                    <c:v>Ventilators</c:v>
                  </c:pt>
                  <c:pt idx="6">
                    <c:v>Oxygen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15</c:v>
                </c:pt>
                <c:pt idx="2">
                  <c:v>8</c:v>
                </c:pt>
                <c:pt idx="3">
                  <c:v>6</c:v>
                </c:pt>
                <c:pt idx="4">
                  <c:v>12</c:v>
                </c:pt>
                <c:pt idx="5">
                  <c:v>3</c:v>
                </c:pt>
                <c:pt idx="6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E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5029200" cy="5029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3108960" cy="3108960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RESOURCE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Hospital Bed and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Planner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admission-surge readiness checks for beds, staff, ventilators, and oxygen — with an AI-generated action plan.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admission surge — an outbreak, a mass-casualty event, or just a busy shift — administrators must know within minutes whether beds, staff, and equipment can absorb what's coming. Most hospitals still answer that question with spreadsheets and phone calls.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snapshot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7889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 hospital's latest (or any historical) ICU, General, and Emergency resource levels.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657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modeling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402336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expected new admissions into staff, ventilator, and oxygen demand using configurable ratios.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892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guidance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52578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decision engine ranks shortages and recommends concrete mitigation steps in seconds.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is built to deliver for hospital administrators.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sufficiency check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available beds, staff, ventilators, and oxygen against expected admissions in one screen.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48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data entry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historical hospital records or fully manual entry — never blocks the user.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2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80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4622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numbers into a prioritized, plain-language response plan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2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480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44622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output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chart and a CSV export administrators can log or forward.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0" cy="4754880"/>
          </a:xfrm>
          <a:prstGeom prst="roundRect">
            <a:avLst>
              <a:gd name="adj" fmla="val 3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cross-checking of beds, staffing, and equipment delays exactly the decisions that need to happen fastest.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58191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399032"/>
            <a:ext cx="6537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lack a single, real-time view of whether current resources can absorb incoming admissions.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709160" y="272491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542032"/>
            <a:ext cx="6537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staff, ventilator, and oxygen needs by hand is slow and error-prone under pressure.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386791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3685032"/>
            <a:ext cx="6537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hospital systems track inventory, but rarely translate it into a clear sufficiency verdict.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709160" y="501091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4828032"/>
            <a:ext cx="6537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shortages do appear, there's often no structured playbook for what to do next — response is improvised.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Single-hospital, single-session resource sufficiency check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0662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7066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ICU, General, and Emergency bed comparisons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2186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nurse, ventilator, and oxygen demand modeling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7307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7307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lookup by hospital and date, or manual entry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242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2428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staffing ratios and equipment assumptions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754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 recommendation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526694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26694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 and CSV export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141732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C9CF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2194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194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Multi-hospital, real-time regional dashboards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70662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70662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EHR / hospital information system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32186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32186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forecasting of future admission volume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37307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7307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staff scheduling or dispatch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4242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424281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application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turn raw resource data into a prioritized recommendation.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historical hospital snapshots by date, or accept manual entry when no dataset exists.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0" y="3566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80360" y="22860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1752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Modeling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703320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new admissions into staff, ventilator, and oxygen needs via configurable ratios.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3566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5780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3703320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Available vs. Required vs. Remaining for every resource, flagged Sufficient / Shortage.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0" y="3566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60920" y="22860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9808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703320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shortages by severity and match each to a mitigation playbook.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81160" y="35661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601200" y="22860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973836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3836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38360" y="3703320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results as a color-coded table, grouped bar chart, and exportable CSV.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762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single-page web interface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31363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filtering hospital resource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4096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chart, available vs. required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188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754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5056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demand modeling &amp; decision engine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2B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Built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2221992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0391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“Data as of” date picker — pulls the closest historical record per hospital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288036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6974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Manual-entry fallback mode so the app never blocks without a dataset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3538728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3558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nurse/doctor ratios, ventilator %, and oxygen-per-patient assumptions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419709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01421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Sufficient / Shortage table with a grouped comparison chart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0" y="4855464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67258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Severity-ranked AI recommendation with a resource-specific mitigation playbook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5513832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53309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 named by hospital and date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 turns a resource snapshot into a decision in seconds.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8308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4FAF9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89280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052560" y="189280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checked per run — beds, staff, ventilators, oxygen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60920" y="320040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4FAF9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331012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min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052560" y="33101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from raw numbers to a prioritized action plan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46177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4FAF9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472744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052560" y="47274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blocks — the app runs with or without historical data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Hospital Bed and Resource Planner shows that a lightweight, rule-based decision layer — not a heavy ML pipeline — is enough to turn raw availability numbers into fast, prioritized action during an admission surge.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5820" y="2793492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" y="27934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7432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 manual, error-prone cross-check down to a single-screen, seconds-long decision.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5820" y="3570732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45820" y="35707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35204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blocks: works from historical data or manual entry alike.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5820" y="4347972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" y="43479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429768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leaves room to swap in true ML/LLM forecasting later.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5820" y="5125212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" y="51252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50749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multi-hospital dashboards, demand forecasting, EHR integration.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2026-07-14T10:09:57Z</dcterms:created>
  <dcterms:modified xsi:type="dcterms:W3CDTF">2026-07-14T10:09:57Z</dcterms:modified>
</cp:coreProperties>
</file>